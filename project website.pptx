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531C94-F223-4FED-A916-2132CC5D2DD1}">
          <p14:sldIdLst>
            <p14:sldId id="256"/>
          </p14:sldIdLst>
        </p14:section>
        <p14:section name="Untitled Section" id="{03C3E66D-92F8-4E93-B577-29693F9CE88A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E24EE5-E8D3-4CA6-8FFB-5DB442F76EFE}" v="3" dt="2026-01-04T14:21:37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9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3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39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1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2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7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0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90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0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06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1725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80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66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58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9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598163-4A4C-4B1C-9C1B-E1A1AD854C4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1305F-2072-48D6-A6F0-FA61FE50C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27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uxfol.io/professional-portfolio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90B5-6825-A827-764E-6D558E8DC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15800" cy="6858000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 TITLE: </a:t>
            </a:r>
            <a:r>
              <a:rPr lang="it-IT" sz="7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Ashok's Portfolio: Hardware, Data &amp; Design</a:t>
            </a:r>
            <a:br>
              <a:rPr lang="it-IT" dirty="0"/>
            </a:br>
            <a:br>
              <a:rPr lang="it-IT" sz="6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48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DA3E65-8408-AEB3-F55B-20750527CA32}"/>
              </a:ext>
            </a:extLst>
          </p:cNvPr>
          <p:cNvSpPr txBox="1"/>
          <p:nvPr/>
        </p:nvSpPr>
        <p:spPr>
          <a:xfrm>
            <a:off x="511630" y="1186544"/>
            <a:ext cx="1160417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NAME OF THE STUDENT: CHITIKIREDDY ASHOK </a:t>
            </a:r>
          </a:p>
          <a:p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DEGREE: B.TECH </a:t>
            </a:r>
          </a:p>
          <a:p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BRANCH &amp; SECTION: EEE-C </a:t>
            </a:r>
          </a:p>
          <a:p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BATCH START DATE: 04-12-2025 </a:t>
            </a:r>
          </a:p>
          <a:p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BATCH END DATE: 06-12-2025 </a:t>
            </a:r>
          </a:p>
          <a:p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PROJECT </a:t>
            </a:r>
            <a:r>
              <a:rPr lang="en-US" sz="3200" b="0" i="0" u="none" strike="noStrike" baseline="0" dirty="0" err="1">
                <a:solidFill>
                  <a:srgbClr val="FFFF00"/>
                </a:solidFill>
                <a:latin typeface="Calibri" panose="020F0502020204030204" pitchFamily="34" charset="0"/>
              </a:rPr>
              <a:t>LINK:https</a:t>
            </a:r>
            <a:r>
              <a:rPr lang="en-US" sz="3200" b="0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://my-site-9wf10tbu-ashokchitikireddy7.wix-vibe.com</a:t>
            </a:r>
          </a:p>
        </p:txBody>
      </p:sp>
    </p:spTree>
    <p:extLst>
      <p:ext uri="{BB962C8B-B14F-4D97-AF65-F5344CB8AC3E}">
        <p14:creationId xmlns:p14="http://schemas.microsoft.com/office/powerpoint/2010/main" val="161823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E955C-CEB8-BA56-CB48-39A961552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14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C7FF0-97C1-B6F1-071E-28BECDB91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3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3D10F-614A-4423-7B2D-18D84AFE3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31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ED481-0D69-D514-5804-B88B2DCEE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4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31BFE-344F-7492-AB52-F4072D1AD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5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A0E5A-1971-CAAB-A02A-D5E1A9A92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4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3FB80-2E6E-EADF-8B54-296E81B0C807}"/>
              </a:ext>
            </a:extLst>
          </p:cNvPr>
          <p:cNvSpPr txBox="1"/>
          <p:nvPr/>
        </p:nvSpPr>
        <p:spPr>
          <a:xfrm>
            <a:off x="283029" y="228600"/>
            <a:ext cx="11571514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PROJECT DISCRIPTION</a:t>
            </a:r>
            <a:r>
              <a:rPr lang="en-US" dirty="0"/>
              <a:t>:</a:t>
            </a:r>
          </a:p>
          <a:p>
            <a:r>
              <a:rPr lang="en-US" b="0" i="0" dirty="0">
                <a:effectLst/>
                <a:latin typeface="fkGroteskNeue"/>
              </a:rPr>
              <a:t>Based on your diverse work (EEE, Data Analytics, and Web Development) and the need for simplicity, here are clean and direct titles for your website.</a:t>
            </a:r>
          </a:p>
          <a:p>
            <a:pPr algn="l">
              <a:buNone/>
            </a:pPr>
            <a:r>
              <a:rPr lang="en-US" b="1" i="0" dirty="0">
                <a:effectLst/>
                <a:latin typeface="var(--font-fk-grotesk)"/>
              </a:rPr>
              <a:t>1. Simple &amp; Direct (Best for Header)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Ashok Chitikireddy</a:t>
            </a:r>
            <a:r>
              <a:rPr lang="en-US" b="0" i="0" dirty="0">
                <a:effectLst/>
                <a:latin typeface="fkGroteskNeue"/>
              </a:rPr>
              <a:t> (Classic &amp; Professional)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Ashok's Portfolio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Engineering &amp; Analytics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Ashok: Engineer &amp; Analyst</a:t>
            </a: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var(--font-fk-grotesk)"/>
              </a:rPr>
              <a:t>2. Short &amp; Action-Oriented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Building Smart Solutions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Data, Design, Engineering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Precision in Practice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Powered by Logic</a:t>
            </a: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var(--font-fk-grotesk)"/>
              </a:rPr>
              <a:t>3. Modern &amp; Minimal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The Ashok Archive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Circuit &amp; Code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Simply Engineered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Tech &amp; Insights</a:t>
            </a: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Recommendation: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For the simplest, most professional look, just use your name </a:t>
            </a:r>
            <a:r>
              <a:rPr lang="en-US" b="1" i="0" dirty="0">
                <a:effectLst/>
                <a:latin typeface="fkGroteskNeue"/>
              </a:rPr>
              <a:t>Ashok Chitikireddy</a:t>
            </a:r>
            <a:r>
              <a:rPr lang="en-US" b="0" i="0" dirty="0">
                <a:effectLst/>
                <a:latin typeface="fkGroteskNeue"/>
              </a:rPr>
              <a:t> as the main title and </a:t>
            </a:r>
            <a:r>
              <a:rPr lang="en-US" b="1" i="0" dirty="0">
                <a:effectLst/>
                <a:latin typeface="fkGroteskNeue"/>
              </a:rPr>
              <a:t>Engineer &amp; Data Analyst</a:t>
            </a:r>
            <a:r>
              <a:rPr lang="en-US" b="0" i="0" dirty="0">
                <a:effectLst/>
                <a:latin typeface="fkGroteskNeue"/>
              </a:rPr>
              <a:t> as the </a:t>
            </a:r>
            <a:r>
              <a:rPr lang="en-US" b="0" i="0" dirty="0" err="1">
                <a:effectLst/>
                <a:latin typeface="fkGroteskNeue"/>
              </a:rPr>
              <a:t>subtitle.</a:t>
            </a:r>
            <a:r>
              <a:rPr lang="en-US" b="0" i="0" u="none" strike="noStrike" dirty="0" err="1">
                <a:effectLst/>
                <a:latin typeface="var(--font-berkeley-mono)"/>
                <a:hlinkClick r:id="rId2"/>
              </a:rPr>
              <a:t>uxfol</a:t>
            </a:r>
            <a:r>
              <a:rPr lang="en-US" b="0" i="0" dirty="0">
                <a:effectLst/>
                <a:latin typeface="fkGroteskNeue"/>
              </a:rPr>
              <a:t>​</a:t>
            </a:r>
          </a:p>
          <a:p>
            <a:r>
              <a:rPr lang="en-US" dirty="0"/>
              <a:t>TOOLS USE: WIX.VIBE.AI 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021697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187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Century Gothic</vt:lpstr>
      <vt:lpstr>fkGroteskNeue</vt:lpstr>
      <vt:lpstr>var(--font-berkeley-mono)</vt:lpstr>
      <vt:lpstr>var(--font-fk-grotesk)</vt:lpstr>
      <vt:lpstr>Wingdings 3</vt:lpstr>
      <vt:lpstr>Ion</vt:lpstr>
      <vt:lpstr>PROJECT TITLE: Ashok's Portfolio: Hardware, Data &amp; Design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chitikireddy</dc:creator>
  <cp:lastModifiedBy>ashok chitikireddy</cp:lastModifiedBy>
  <cp:revision>2</cp:revision>
  <dcterms:created xsi:type="dcterms:W3CDTF">2026-01-04T14:02:40Z</dcterms:created>
  <dcterms:modified xsi:type="dcterms:W3CDTF">2026-01-04T14:22:45Z</dcterms:modified>
</cp:coreProperties>
</file>